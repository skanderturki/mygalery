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B13CB-AC41-4387-8043-579BFF59CC0E}" v="5" dt="2025-08-24T07:50:11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ander turki" userId="d72703deb9411679" providerId="LiveId" clId="{8A0B13CB-AC41-4387-8043-579BFF59CC0E}"/>
    <pc:docChg chg="undo custSel addSld delSld modSld">
      <pc:chgData name="skander turki" userId="d72703deb9411679" providerId="LiveId" clId="{8A0B13CB-AC41-4387-8043-579BFF59CC0E}" dt="2025-08-24T07:53:39.466" v="17" actId="1076"/>
      <pc:docMkLst>
        <pc:docMk/>
      </pc:docMkLst>
      <pc:sldChg chg="addSp delSp new add del mod">
        <pc:chgData name="skander turki" userId="d72703deb9411679" providerId="LiveId" clId="{8A0B13CB-AC41-4387-8043-579BFF59CC0E}" dt="2025-08-24T07:50:04.231" v="5" actId="2696"/>
        <pc:sldMkLst>
          <pc:docMk/>
          <pc:sldMk cId="3377629964" sldId="256"/>
        </pc:sldMkLst>
        <pc:spChg chg="del">
          <ac:chgData name="skander turki" userId="d72703deb9411679" providerId="LiveId" clId="{8A0B13CB-AC41-4387-8043-579BFF59CC0E}" dt="2025-08-24T07:49:59.518" v="1" actId="478"/>
          <ac:spMkLst>
            <pc:docMk/>
            <pc:sldMk cId="3377629964" sldId="256"/>
            <ac:spMk id="2" creationId="{1FD1AA39-04B5-3F50-5346-926C1F134E10}"/>
          </ac:spMkLst>
        </pc:spChg>
        <pc:spChg chg="del">
          <ac:chgData name="skander turki" userId="d72703deb9411679" providerId="LiveId" clId="{8A0B13CB-AC41-4387-8043-579BFF59CC0E}" dt="2025-08-24T07:50:00.656" v="2" actId="478"/>
          <ac:spMkLst>
            <pc:docMk/>
            <pc:sldMk cId="3377629964" sldId="256"/>
            <ac:spMk id="3" creationId="{CC9277E0-7A73-1425-E713-5070A83CDFE6}"/>
          </ac:spMkLst>
        </pc:spChg>
        <pc:picChg chg="add">
          <ac:chgData name="skander turki" userId="d72703deb9411679" providerId="LiveId" clId="{8A0B13CB-AC41-4387-8043-579BFF59CC0E}" dt="2025-08-24T07:50:01.670" v="3" actId="22"/>
          <ac:picMkLst>
            <pc:docMk/>
            <pc:sldMk cId="3377629964" sldId="256"/>
            <ac:picMk id="5" creationId="{F12DBBE0-3CAA-0434-A7E1-0A12C92486B2}"/>
          </ac:picMkLst>
        </pc:picChg>
      </pc:sldChg>
      <pc:sldChg chg="addSp delSp modSp add mod">
        <pc:chgData name="skander turki" userId="d72703deb9411679" providerId="LiveId" clId="{8A0B13CB-AC41-4387-8043-579BFF59CC0E}" dt="2025-08-24T07:50:43.239" v="14" actId="1076"/>
        <pc:sldMkLst>
          <pc:docMk/>
          <pc:sldMk cId="2618211298" sldId="257"/>
        </pc:sldMkLst>
        <pc:picChg chg="add mod">
          <ac:chgData name="skander turki" userId="d72703deb9411679" providerId="LiveId" clId="{8A0B13CB-AC41-4387-8043-579BFF59CC0E}" dt="2025-08-24T07:50:43.239" v="14" actId="1076"/>
          <ac:picMkLst>
            <pc:docMk/>
            <pc:sldMk cId="2618211298" sldId="257"/>
            <ac:picMk id="3" creationId="{BE6E4A80-632D-A982-CDB8-01A55A3B6B05}"/>
          </ac:picMkLst>
        </pc:picChg>
        <pc:picChg chg="del">
          <ac:chgData name="skander turki" userId="d72703deb9411679" providerId="LiveId" clId="{8A0B13CB-AC41-4387-8043-579BFF59CC0E}" dt="2025-08-24T07:50:08.391" v="7" actId="478"/>
          <ac:picMkLst>
            <pc:docMk/>
            <pc:sldMk cId="2618211298" sldId="257"/>
            <ac:picMk id="5" creationId="{5B74E331-7482-85B4-0BA2-F8796F9B2FED}"/>
          </ac:picMkLst>
        </pc:picChg>
      </pc:sldChg>
      <pc:sldChg chg="addSp modSp add mod">
        <pc:chgData name="skander turki" userId="d72703deb9411679" providerId="LiveId" clId="{8A0B13CB-AC41-4387-8043-579BFF59CC0E}" dt="2025-08-24T07:53:39.466" v="17" actId="1076"/>
        <pc:sldMkLst>
          <pc:docMk/>
          <pc:sldMk cId="855684481" sldId="258"/>
        </pc:sldMkLst>
        <pc:picChg chg="add mod">
          <ac:chgData name="skander turki" userId="d72703deb9411679" providerId="LiveId" clId="{8A0B13CB-AC41-4387-8043-579BFF59CC0E}" dt="2025-08-24T07:53:39.466" v="17" actId="1076"/>
          <ac:picMkLst>
            <pc:docMk/>
            <pc:sldMk cId="855684481" sldId="258"/>
            <ac:picMk id="3" creationId="{E8EB7E6F-4648-79C5-2B13-ADFA3A049F2A}"/>
          </ac:picMkLst>
        </pc:picChg>
      </pc:sldChg>
      <pc:sldChg chg="add">
        <pc:chgData name="skander turki" userId="d72703deb9411679" providerId="LiveId" clId="{8A0B13CB-AC41-4387-8043-579BFF59CC0E}" dt="2025-08-24T07:50:11.190" v="9"/>
        <pc:sldMkLst>
          <pc:docMk/>
          <pc:sldMk cId="1102521237" sldId="259"/>
        </pc:sldMkLst>
      </pc:sldChg>
      <pc:sldChg chg="add">
        <pc:chgData name="skander turki" userId="d72703deb9411679" providerId="LiveId" clId="{8A0B13CB-AC41-4387-8043-579BFF59CC0E}" dt="2025-08-24T07:50:11.461" v="10"/>
        <pc:sldMkLst>
          <pc:docMk/>
          <pc:sldMk cId="3653990631" sldId="260"/>
        </pc:sldMkLst>
      </pc:sldChg>
      <pc:sldChg chg="add">
        <pc:chgData name="skander turki" userId="d72703deb9411679" providerId="LiveId" clId="{8A0B13CB-AC41-4387-8043-579BFF59CC0E}" dt="2025-08-24T07:50:11.795" v="11"/>
        <pc:sldMkLst>
          <pc:docMk/>
          <pc:sldMk cId="262986748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F2FC-28B1-79DA-F9AD-48A587180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28C12-5982-54C0-F03F-D71E28D1E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BD3AD-D435-DAAA-0177-2C65569AF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C5C69-53AE-79E0-D3A7-E3785BBC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15CA-1A42-038D-1AEC-FB559122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7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9F30-3B74-822C-5087-D0A14225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9FB2-371E-BF08-FE4D-8AEDD2EEC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5DD49-0280-E5E8-E5C9-A2A0AC19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1261B-9362-FD86-E81B-7697E89D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54CD1-E34D-2236-F4A0-D94B320A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32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554D-EEE1-004E-73D4-0F6FAAB4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85414-6B7A-F5C6-C8E9-CE700C196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C7E4D-C85F-AF61-4BC4-5D005E185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CDEDF-7C61-579E-3C67-A77B2AA2E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E302D-AE62-646B-2C09-5C1B4C36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0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EDE0-8509-2C72-FDC6-DEE5AD719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DFA12-D047-A742-3759-16FA02BE8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F2D7B-83F9-3151-57BA-85A1D64B9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5D16C-2A02-D316-13A2-7962053C3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01BE7-4B01-BB1E-001D-D608DF3E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C4A07-259D-C446-66E3-DC9A1E48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5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94B1-91E2-5DFE-4FC8-686E87D6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C5FA1-9EDA-C964-B52A-BE81C7362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FFC32-7191-410B-8C84-7C903C477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CED20-7FB4-101F-9C7F-31EAA0C1A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C0747-0010-3802-D12D-2C5674406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5FB93A-9F2A-31E6-FD8F-C3E377AC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B7FB1-58F3-41A2-4B2A-47126A879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0F856B-975D-4CBC-F891-F297C093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2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6F34-3360-13B8-E23A-A8100F83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356B9-FC44-010E-DA91-E35E0B37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C52E4-8CF8-6C56-36E6-EB8AE626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F4D07-55BD-A5BC-952A-620CD3E1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7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2FFC9-4040-B5B4-0BC0-0B3AFE42B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707EB-AEA3-88C3-1319-1421F06A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9BA8-F2D7-FC49-EC1A-75424B49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0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6FCB-9D26-B921-24E0-FAA2D933E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3C58-693C-02AC-961B-8D0869170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0BE38-96A8-9332-E798-0EEB73444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3731C-3B98-3A96-B53B-ABAD4737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E4DE-3ABB-B908-C4A7-2A74FC4E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C6285-0935-1C85-8C03-2856CE8F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6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34FBE-82C7-A1A9-90C6-5CECCAB5A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0B1E57-EB74-433D-1420-E76B34D08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15717-BB54-7482-4798-382FFA5C1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8D4C5-E22C-A942-D9D2-A4E52B4F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89358-A19F-DABE-C3B5-828F2AF2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3F9A3-60B7-9C4E-0E51-CBDEA4D9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1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E476E-5446-7837-2630-E2251EC5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66C2B-9F48-8C3F-D519-1716C4C86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B1F79-9B9B-34AF-CE2C-585BE81E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3C502-CAAE-6F5A-7F05-4BA1C4BB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BBEEA-C89B-58E0-D843-CD0ED5429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4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925492-874C-9639-6B38-4C1DDE0AD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DF0F2-9DE4-ACBE-D516-34B17E0B7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9B361-4F7B-F065-A255-65094F12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D6991-A4A3-B3DD-3CE4-26449D2F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DD5DB-3758-A527-BABF-96F62B77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48FA66-DA19-09AB-E245-A0875D612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30AFA-D1A2-A3C8-41BE-9CF4C74C7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A84C3-7162-0F5D-4A29-0470D2A0B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77198-2724-4408-81AC-59C2DFE055A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FA3A2-5C07-5FD1-6831-D993FF36A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903CF-43CE-12EE-EB68-77CEE12D2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6C20C-AEA1-4408-A654-1C9138D3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DBBE0-3CAA-0434-A7E1-0A12C9248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48" y="0"/>
            <a:ext cx="117175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29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59FDD-E9D3-1646-B169-E88DDBF25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6E4A80-632D-A982-CDB8-01A55A3B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99" y="221748"/>
            <a:ext cx="11235001" cy="656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1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0005E-2C47-023D-D8C2-0B553AC5C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EB7E6F-4648-79C5-2B13-ADFA3A04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89" y="253659"/>
            <a:ext cx="10919752" cy="635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84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ACC6-AE85-9C31-5B6D-1FC7C7CA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521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47C6-2FE0-FB29-4B50-88C5807DB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99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F3D6-1391-265E-E507-1B223C66D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86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skander turki</dc:creator>
  <cp:lastModifiedBy>skander turki</cp:lastModifiedBy>
  <cp:revision>1</cp:revision>
  <dcterms:created xsi:type="dcterms:W3CDTF">2025-08-24T07:49:54Z</dcterms:created>
  <dcterms:modified xsi:type="dcterms:W3CDTF">2025-08-24T07:53:40Z</dcterms:modified>
</cp:coreProperties>
</file>